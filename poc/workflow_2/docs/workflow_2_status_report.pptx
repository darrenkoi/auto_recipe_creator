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Malgun Gothic"/>
              </a:rPr>
              <a:t>Workflow 2 진행 상황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37474F"/>
                </a:solidFill>
                <a:latin typeface="Malgun Gothic"/>
              </a:rPr>
              <a:t>SEM Monitor 조작 + Align Key 검색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8909C"/>
                </a:solidFill>
                <a:latin typeface="Malgun Gothic"/>
              </a:rPr>
              <a:t>작성일 2026-05-14  ·  범위 poc/workflow_2/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0A4AE"/>
                </a:solidFill>
                <a:latin typeface="Malgun Gothic"/>
              </a:rPr>
              <a:t>Workflow 1 (RCS 로그인 ~ Align Fail Alarm)은 완성 단계에 있으며, 본 보고는 Workflow 2의 진행 현황입니다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①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1 (완성 단계) → Workflow 2 (현재 작업)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  <a:latin typeface="Malgun Gothic"/>
              </a:rPr>
              <a:t>Workflow 1 · 완성 단계 (별도 보고)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RCS 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24912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Tool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Window/Frame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Popup/Cursor 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8048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Align Fail Alarm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0A4AE"/>
                </a:solidFill>
                <a:latin typeface="Malgun Gothic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  <a:latin typeface="Malgun Gothic"/>
              </a:rPr>
              <a:t>Workflow 2 · 현재 작업 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Frame 변화 필터링 (CV)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cv2.absdiff·dilate·connectedComponents로 정적 프레임 제거, VLM 입력량 축소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1742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5458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SEM Monitor Box 인식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VLM이 live SEM 영역 bbox를 식별 (제어 패널 가림에도 정상 동작)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5196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Cursor Click 감지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DVR / RCS / RCS-on-SEM-Monitor 3가지 cursor 변형 대응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7487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1218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934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Recipe Align Key 추출 → VLM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Recipe 파일에서 align key 패치 추출 후 매처/VLM 입력으로 공급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225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0956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Align Key 매칭 (Chamfer + ORB)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Recipe Align Key 추출 선행 필요, 합성 데이터 사전 검증만 완료된 상태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0694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4410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FOV Search Loop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매처 결과로 stage 이동·escalation, 실 SEM 환경 검증 필요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82880" cy="1828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✅ 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5760720"/>
            <a:ext cx="182880" cy="182880"/>
          </a:xfrm>
          <a:prstGeom prst="rect">
            <a:avLst/>
          </a:prstGeom>
          <a:solidFill>
            <a:srgbClr val="FFF3E0"/>
          </a:solidFill>
          <a:ln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🔄 진행 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760720"/>
            <a:ext cx="182880" cy="182880"/>
          </a:xfrm>
          <a:prstGeom prst="rect">
            <a:avLst/>
          </a:prstGeom>
          <a:solidFill>
            <a:srgbClr val="F5F5F5"/>
          </a:solidFill>
          <a:ln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⏳ 대기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②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2 6개 단계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1463040"/>
                <a:gridCol w="6309360"/>
              </a:tblGrid>
              <a:tr h="705394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Frame 변화 필터링 (CV)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cv2.absdiff·dilate·connectedComponents로 정적 프레임 제거, VLM 입력량 축소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SEM Monitor Box 인식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VLM이 live SEM 영역 bbox를 식별 (제어 패널 가림에도 정상 동작)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Cursor Click 감지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DVR / RCS / RCS-on-SEM-Monitor 3가지 cursor 변형 대응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Recipe Align Key 추출 → VLM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파일에서 align key 패치 추출 후 매처/VLM 입력으로 공급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Align Key 매칭 (Chamfer + ORB)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Align Key 추출 선행 필요, 합성 데이터 사전 검증만 완료된 상태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FOV Search Loop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매처 결과로 stage 이동·escalation, 실 SEM 환경 검증 필요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단기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1. Cursor Click 감지의 환경/위치 변형 대응 마무리 후 실 RCS 회귀 테스트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2. Recipe Align Key 이미지 추출 파이프라인 코어 구현 및 VLM 입력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3. 추출 완료 이후 Align Key 매칭(Chamfer+ORB) 실데이터 calibration 진행 (positive/negative 50+ pairs로 임계값 검증)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4. FOV Search Loop 통합 → 매니저 라이브 데모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
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CD-SEM Align Fail 자동 감지 &amp; 영상 캡처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CDD7E6"/>
                </a:solidFill>
                <a:latin typeface="Calibri"/>
              </a:rPr>
              <a:t>poc/workflow_1 — Align Fail 발생 시점의 CCTV 화면을 자동으로 보존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5715000" cy="246888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14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5257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A55"/>
                </a:solidFill>
                <a:latin typeface="Calibri"/>
              </a:rPr>
              <a:t>문제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20"/>
            <a:ext cx="5257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22933"/>
                </a:solidFill>
                <a:latin typeface="Calibri"/>
              </a:rPr>
              <a:t>• CD-SEM 장비에서 Align Fail (ALID=9006) 발생 시, 원인 분석을 위한 CCTV 영상이 사람이 늦게 확인하면 덮어쓰기로 사라짐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933"/>
                </a:solidFill>
                <a:latin typeface="Calibri"/>
              </a:rPr>
              <a:t>• 엔지니어가 알람 콘솔을 수동 모니터링하고, EQP_ID 별로 Tool DVR 을 직접 열어야 했음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933"/>
                </a:solidFill>
                <a:latin typeface="Calibri"/>
              </a:rPr>
              <a:t>• Align Fail 순간의 챔버 내부 상태(Channel 4 영상)를 사후에 재현하기 어려움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80160"/>
            <a:ext cx="5577840" cy="246888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14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A55"/>
                </a:solidFill>
                <a:latin typeface="Calibri"/>
              </a:rPr>
              <a:t>이번에 만든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7452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22933"/>
                </a:solidFill>
                <a:latin typeface="Calibri"/>
              </a:rPr>
              <a:t>• Align Fail 알람을 1~2분 주기로 자동 폴링 (ALID=9006 필터)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933"/>
                </a:solidFill>
                <a:latin typeface="Calibri"/>
              </a:rPr>
              <a:t>• 감지 즉시 Windows 팝업 + 누적 텍스트 로그로 엔지니어에게 통보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933"/>
                </a:solidFill>
                <a:latin typeface="Calibri"/>
              </a:rPr>
              <a:t>• 동일 EQP_ID 의 중복 알람은 edge-trigger 처리 (해제 후 재발 시에만 재알림)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933"/>
                </a:solidFill>
                <a:latin typeface="Calibri"/>
              </a:rPr>
              <a:t>• 감지된 EQP_ID 의 Tool DVR(CCTV) 창을 자동으로 열고, Channel 4 를 확대한 뒤 최대 8분간 100ms 간격으로 프레임 저장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886200"/>
            <a:ext cx="11475720" cy="246888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14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023360"/>
            <a:ext cx="11018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A55"/>
                </a:solidFill>
                <a:latin typeface="Calibri"/>
              </a:rPr>
              <a:t>기대 효과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480560"/>
            <a:ext cx="11018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22933"/>
                </a:solidFill>
                <a:latin typeface="Calibri"/>
              </a:rPr>
              <a:t>• Align Fail 발생 시점의 챔버 영상을 100% 자동 보존 → 원인 분석/리포트 작성 시간 단축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933"/>
                </a:solidFill>
                <a:latin typeface="Calibri"/>
              </a:rPr>
              <a:t>• 야간/주말 무인 모니터링 가능 — 엔지니어가 알람 콘솔을 지킬 필요 없음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933"/>
                </a:solidFill>
                <a:latin typeface="Calibri"/>
              </a:rPr>
              <a:t>• 수집된 8분 분량 (~4,800 프레임) 데이터를 후속 VLM(UI-Venus) 기반 자동 진단의 학습/검증 데이터로 활용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933"/>
                </a:solidFill>
                <a:latin typeface="Calibri"/>
              </a:rPr>
              <a:t>• 기존 RCS/DVR 시스템에 변경 없이 GUI 자동화로 동작 — 운영 리스크 최소화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6070"/>
                </a:solidFill>
                <a:latin typeface="Calibri"/>
              </a:rPr>
              <a:t>Module: poc/workflow_1/  •  Trigger: ALID=9006 (Align Fail)  •  Capture: CH4 @ 100ms, up to 8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End-to-End 파이프라인 &amp; 구성 모듈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CDD7E6"/>
                </a:solidFill>
                <a:latin typeface="Calibri"/>
              </a:rPr>
              <a:t>감지 → 알림 → CCTV 진입 → CH4 확대 → 프레임 캡처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24028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8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1508760"/>
            <a:ext cx="365760" cy="365760"/>
          </a:xfrm>
          <a:prstGeom prst="ellipse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81328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2A55"/>
                </a:solidFill>
                <a:latin typeface="Calibri"/>
              </a:rPr>
              <a:t>Poll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874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56070"/>
                </a:solidFill>
                <a:latin typeface="Calibri"/>
              </a:rPr>
              <a:t>CD-SEM 알람 API 를 1~2분 주기로 조회하여 ALID=9006 (Align Fail) 만 필터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0048" y="1371600"/>
            <a:ext cx="224028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8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07208" y="1508760"/>
            <a:ext cx="365760" cy="365760"/>
          </a:xfrm>
          <a:prstGeom prst="ellipse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1481328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2A55"/>
                </a:solidFill>
                <a:latin typeface="Calibri"/>
              </a:rPr>
              <a:t>Notify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2928" y="1920240"/>
            <a:ext cx="1874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56070"/>
                </a:solidFill>
                <a:latin typeface="Calibri"/>
              </a:rPr>
              <a:t>Windows MessageBox 팝업 + logs/align_fail_alarms.txt 누적 기록 (edge-trigger)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371600"/>
            <a:ext cx="224028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8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11496" y="1508760"/>
            <a:ext cx="365760" cy="365760"/>
          </a:xfrm>
          <a:prstGeom prst="ellipse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8696" y="1481328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2A55"/>
                </a:solidFill>
                <a:latin typeface="Calibri"/>
              </a:rPr>
              <a:t>Open DVR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1920240"/>
            <a:ext cx="1874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56070"/>
                </a:solidFill>
                <a:latin typeface="Calibri"/>
              </a:rPr>
              <a:t>RCS Tool List 창에서 해당 EQP_ID 의 Tool DVR(CCTV) 창을 자동 오픈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78624" y="1371600"/>
            <a:ext cx="224028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8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15784" y="1508760"/>
            <a:ext cx="365760" cy="365760"/>
          </a:xfrm>
          <a:prstGeom prst="ellipse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2984" y="1481328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2A55"/>
                </a:solidFill>
                <a:latin typeface="Calibri"/>
              </a:rPr>
              <a:t>Zoom CH4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504" y="1920240"/>
            <a:ext cx="1874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56070"/>
                </a:solidFill>
                <a:latin typeface="Calibri"/>
              </a:rPr>
              <a:t>DVR Player 창에서 Channel 4 를 확대하여 챔버 내부 영상만 단독 표시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82912" y="1371600"/>
            <a:ext cx="224028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8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20072" y="1508760"/>
            <a:ext cx="365760" cy="365760"/>
          </a:xfrm>
          <a:prstGeom prst="ellipse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77272" y="1481328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2A55"/>
                </a:solidFill>
                <a:latin typeface="Calibri"/>
              </a:rPr>
              <a:t>Capture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2" y="1920240"/>
            <a:ext cx="1874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56070"/>
                </a:solidFill>
                <a:latin typeface="Calibri"/>
              </a:rPr>
              <a:t>최대 8분(480초)간 100ms 간격으로 JPEG 프레임 저장 + summary.json/timeline.txt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017520"/>
            <a:ext cx="5715000" cy="324612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14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154680"/>
            <a:ext cx="5257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A55"/>
                </a:solidFill>
                <a:latin typeface="Calibri"/>
              </a:rPr>
              <a:t>핵심 모듈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611880"/>
            <a:ext cx="52578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22933"/>
                </a:solidFill>
                <a:latin typeface="Calibri"/>
              </a:rPr>
              <a:t>• align_fail_alarm.py — 감지 + 팝업 알림 전용 (1분 주기, 자동화 없음)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933"/>
                </a:solidFill>
                <a:latin typeface="Calibri"/>
              </a:rPr>
              <a:t>• monitor_align_fail.py — 감지 + RCS/CCTV/캡처 풀 자동화 (2분 주기)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933"/>
                </a:solidFill>
                <a:latin typeface="Calibri"/>
              </a:rPr>
              <a:t>• office_align_fail_alarm.py — 사내 알람 API 호출 &amp; ALID=9006 필터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933"/>
                </a:solidFill>
                <a:latin typeface="Calibri"/>
              </a:rPr>
              <a:t>• workflow_select_tool_cctv.py — EQP_ID 로 Tool DVR 창 진입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933"/>
                </a:solidFill>
                <a:latin typeface="Calibri"/>
              </a:rPr>
              <a:t>• workflow_select_ch4_cctv.py — DVR Player 에서 Channel 4 확대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933"/>
                </a:solidFill>
                <a:latin typeface="Calibri"/>
              </a:rPr>
              <a:t>• capture_window_frames_ch4.py — 100ms 간격 JPEG 캡처 + 메타데이터 저장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017520"/>
            <a:ext cx="5577840" cy="324612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14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15468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A55"/>
                </a:solidFill>
                <a:latin typeface="Calibri"/>
              </a:rPr>
              <a:t>운영 / 출력물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611880"/>
            <a:ext cx="51206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22933"/>
                </a:solidFill>
                <a:latin typeface="Calibri"/>
              </a:rPr>
              <a:t>• 실행: uv run python poc/workflow_1/monitor_align_fail.py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933"/>
                </a:solidFill>
                <a:latin typeface="Calibri"/>
              </a:rPr>
              <a:t>• 전제: 엔지니어가 RCS Tool List 창을 미리 열어둔 상태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933"/>
                </a:solidFill>
                <a:latin typeface="Calibri"/>
              </a:rPr>
              <a:t>• 출력: 캡처 폴더당 ~4,800 JPEG 프레임 + summary.json + timeline.txt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933"/>
                </a:solidFill>
                <a:latin typeface="Calibri"/>
              </a:rPr>
              <a:t>• 로그: poc/workflow_1/logs/align_fail_alarms.txt (감지 시각/EQP_ID/ALID)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933"/>
                </a:solidFill>
                <a:latin typeface="Calibri"/>
              </a:rPr>
              <a:t>• 안전: 캡처 종료 후 DVR 창을 닫고 Tool List 창으로 포커스 복귀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933"/>
                </a:solidFill>
                <a:latin typeface="Calibri"/>
              </a:rPr>
              <a:t>• 다음 단계: 수집된 프레임을 VLM(UI-Venus) 으로 Align Fail 원인 자동 분류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6070"/>
                </a:solidFill>
                <a:latin typeface="Calibri"/>
              </a:rPr>
              <a:t>Status: 사내 Windows 환경에서 동작 검증 중  •  다음 단계: VLM 기반 원인 자동 분석 연계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
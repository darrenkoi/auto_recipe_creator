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CD-SEM Align Fail 자동 감지 &amp; 영상 캡처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DD7E6"/>
                </a:solidFill>
                <a:latin typeface="Calibri"/>
              </a:rPr>
              <a:t>poc/workflow_1 — Align Fail 발생 시점의 CCTV 화면을 자동으로 보존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715000" cy="246888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문제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20"/>
            <a:ext cx="5257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CD-SEM 장비에서 Align Fail (ALID=9006) 발생 시, 원인 분석을 위한 CCTV 영상이 사람이 늦게 확인하면 덮어쓰기로 사라짐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엔지니어가 알람 콘솔을 수동 모니터링하고, EQP_ID 별로 Tool DVR 을 직접 열어야 했음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Align Fail 순간의 챔버 내부 상태(Channel 4 영상)를 사후에 재현하기 어려움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80160"/>
            <a:ext cx="5577840" cy="246888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이번에 만든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7452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Align Fail 알람을 1~2분 주기로 자동 폴링 (ALID=9006 필터)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감지 즉시 Windows 팝업 + 누적 텍스트 로그로 엔지니어에게 통보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동일 EQP_ID 의 중복 알람은 edge-trigger 처리 (해제 후 재발 시에만 재알림)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감지된 EQP_ID 의 Tool DVR(CCTV) 창을 자동으로 열고, Channel 4 를 확대한 뒤 최대 8분간 100ms 간격으로 프레임 저장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886200"/>
            <a:ext cx="11475720" cy="246888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60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기대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480560"/>
            <a:ext cx="11018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Align Fail 발생 시점의 챔버 영상을 100% 자동 보존 → 원인 분석/리포트 작성 시간 단축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야간/주말 무인 모니터링 가능 — 엔지니어가 알람 콘솔을 지킬 필요 없음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수집된 8분 분량 (~4,800 프레임) 데이터를 후속 VLM(UI-Venus) 기반 자동 진단의 학습/검증 데이터로 활용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기존 RCS/DVR 시스템에 변경 없이 GUI 자동화로 동작 — 운영 리스크 최소화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Module: poc/workflow_1/  •  Trigger: ALID=9006 (Align Fail)  •  Capture: CH4 @ 100ms, up to 8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End-to-End 파이프라인 &amp; 구성 모듈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DD7E6"/>
                </a:solidFill>
                <a:latin typeface="Calibri"/>
              </a:rPr>
              <a:t>감지 → 알림 → CCTV 진입 → CH4 확대 → 프레임 캡처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CD-SEM 알람 API 를 1~2분 주기로 조회하여 ALID=9006 (Align Fail) 만 필터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70048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07208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408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Notify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Windows MessageBox 팝업 + logs/align_fail_alarms.txt 누적 기록 (edge-trigger)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4336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11496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Open DVR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RCS Tool List 창에서 해당 EQP_ID 의 Tool DVR(CCTV) 창을 자동 오픈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8624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15784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4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Zoom CH4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DVR Player 창에서 Channel 4 를 확대하여 챔버 내부 영상만 단독 표시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82912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20072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77272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Capture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5792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최대 8분(480초)간 100ms 간격으로 JPEG 프레임 저장 + summary.json/timeline.txt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017520"/>
            <a:ext cx="5715000" cy="324612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154680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핵심 모듈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611880"/>
            <a:ext cx="52578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align_fail_alarm.py — 감지 + 팝업 알림 전용 (1분 주기, 자동화 없음)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monitor_align_fail.py — 감지 + RCS/CCTV/캡처 풀 자동화 (2분 주기)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office_align_fail_alarm.py — 사내 알람 API 호출 &amp; ALID=9006 필터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workflow_select_tool_cctv.py — EQP_ID 로 Tool DVR 창 진입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workflow_select_ch4_cctv.py — DVR Player 에서 Channel 4 확대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capture_window_frames_ch4.py — 100ms 간격 JPEG 캡처 + 메타데이터 저장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017520"/>
            <a:ext cx="5577840" cy="324612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15468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운영 / 출력물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11880"/>
            <a:ext cx="5120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실행: uv run python poc/workflow_1/monitor_align_fail.py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전제: 엔지니어가 RCS Tool List 창을 미리 열어둔 상태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출력: 캡처 폴더당 ~4,800 JPEG 프레임 + summary.json + timeline.txt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로그: poc/workflow_1/logs/align_fail_alarms.txt (감지 시각/EQP_ID/ALID)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안전: 캡처 종료 후 DVR 창을 닫고 Tool List 창으로 포커스 복귀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다음 단계: 수집된 프레임을 VLM(UI-Venus) 으로 Align Fail 원인 자동 분류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Status: 사내 Windows 환경에서 동작 검증 중  •  다음 단계: VLM 기반 원인 자동 분석 연계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여러 모델이 협력해서 자동화를 완성한다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DD7E6"/>
                </a:solidFill>
                <a:latin typeface="Calibri"/>
              </a:rPr>
              <a:t>단일 모델의 한계를 역할 분담으로 보완 — UI 위치 / 정밀 클릭 / 텍스트 검증 / 정량 점수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11475720" cy="141732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왜 협력이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20"/>
            <a:ext cx="11018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단일 VLM 으로 '어디를 클릭할지' 를 한 번에 픽셀 정확도로 맞히기는 어렵다 — 전체 화면에서 좌표를 직접 찍으면 오차가 커서 실제 입력 자동화가 깨진다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VLM 은 호출 간 기억이 없는(stateless) 모델이므로, '직전에 무엇을 했는가' 를 외부에서 보존하고 다음 모델로 넘겨야 한다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그래서 한 모델이 모든 일을 하는 대신, 각 단계의 강점이 다른 모델을 파이프라인으로 엮어 GUI 자동화를 안정화한다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834640"/>
            <a:ext cx="278892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42A55"/>
                </a:solidFill>
                <a:latin typeface="Calibri"/>
              </a:rPr>
              <a:t>1. Coarse Locator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2A55"/>
                </a:solidFill>
                <a:latin typeface="Calibri"/>
              </a:rPr>
              <a:t>UI-Venus 1.5 (8B)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222933"/>
                </a:solidFill>
                <a:latin typeface="Calibri"/>
              </a:rPr>
              <a:t>역할: 전체 화면에서 타겟 UI 요소의 대략적 bbox 를 찾아낸다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산출: bbox_1000 좌표 + 타겟 영역 crop 후보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2834640"/>
            <a:ext cx="278892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294436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6A1F"/>
                </a:solidFill>
                <a:latin typeface="Calibri"/>
              </a:rPr>
              <a:t>2. Fine Refiner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3246120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2A55"/>
                </a:solidFill>
                <a:latin typeface="Calibri"/>
              </a:rPr>
              <a:t>MAI-UI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611880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222933"/>
                </a:solidFill>
                <a:latin typeface="Calibri"/>
              </a:rPr>
              <a:t>역할: Coarse bbox 주변을 확대한 zoom crop 에서 정밀 클릭 좌표를 찍는다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산출: (x, y) 픽셀 단위 클릭 포인트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2834640"/>
            <a:ext cx="278892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294436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42A55"/>
                </a:solidFill>
                <a:latin typeface="Calibri"/>
              </a:rPr>
              <a:t>3. Text Verifier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3246120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2A55"/>
                </a:solidFill>
                <a:latin typeface="Calibri"/>
              </a:rPr>
              <a:t>PaddleOCR-VL 1.5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3611880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222933"/>
                </a:solidFill>
                <a:latin typeface="Calibri"/>
              </a:rPr>
              <a:t>역할: 입력 후 화면의 텍스트를 OCR 로 읽어 의도한 값이 들어갔는지 검증한다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산출: 필드별 OCR 결과 + 일치 여부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9136" y="2834640"/>
            <a:ext cx="278892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6" y="294436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6A1F"/>
                </a:solidFill>
                <a:latin typeface="Calibri"/>
              </a:rPr>
              <a:t>4. CV Scorer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3246120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2A55"/>
                </a:solidFill>
                <a:latin typeface="Calibri"/>
              </a:rPr>
              <a:t>OpenCV (Template / SSIM / ORB)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3611880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222933"/>
                </a:solidFill>
                <a:latin typeface="Calibri"/>
              </a:rPr>
              <a:t>역할: 프레임-템플릿 유사도를 정량 점수화하여 stateless VLM 의 기억을 대신한다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산출: 수치 매칭 점수 + best-frame 좌표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5349240"/>
            <a:ext cx="11475720" cy="100584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486400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협력으로 얻는 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43600"/>
            <a:ext cx="11018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정확도: Coarse → Fine 분리로 클릭 좌표 오차를 ‘대략 영역’ 수준에서 ‘픽셀’ 수준으로 축소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검증성: 액션 → OCR 검증 → 다음 액션 의 폐루프(closed-loop) 자동화로 무인 신뢰도 확보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UI-Venus + MAI-UI + PaddleOCR-VL + OpenCV  =  GUI 자동화에 필요한 능력의 모듈식 조합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협력 파이프라인: Coarse → Zoom → Fine →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DD7E6"/>
                </a:solidFill>
                <a:latin typeface="Calibri"/>
              </a:rPr>
              <a:t>RCS 로그인 자동화에서 실제 동작하는 다중 모델 협업 흐름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RCS 로그인 창을 캡처하여 WebP 로 인코딩 후 Flask 프록시로 전달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70048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07208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408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UI-Venus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전체 이미지에서 'User ID 입력 필드' 의 coarse bbox(gold) 를 추출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4336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11496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Crop &amp; Zoom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Coarse bbox 주변에 padding 을 더해 잘라내고 확대하여 디테일 보존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8624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15784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4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MAI-UI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Zoom crop 에서 refined 클릭 포인트(deepskyblue) 를 픽셀 단위로 결정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82912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20072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77272" y="1481328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Calibri"/>
              </a:rPr>
              <a:t>PaddleOCR-VL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5792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56070"/>
                </a:solidFill>
                <a:latin typeface="Calibri"/>
              </a:rPr>
              <a:t>클릭 → 키 입력 후 화면을 다시 OCR 하여 의도한 값이 입력됐는지 검증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017520"/>
            <a:ext cx="5715000" cy="324612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154680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모델 간 데이터 흐름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611880"/>
            <a:ext cx="52578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UI-Venus 출력(bbox_1000) → 픽셀 bbox 환산 → crop box 계산 입력으로 전달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Crop 이미지 + 동일한 target description → MAI-UI 입력으로 전달 (역할 키 재사용)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MAI-UI 의 zoom 좌표 → crop 오프셋을 더해 원본 이미지 좌표계로 역변환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원본 좌표계의 클릭 포인트 → pynput 으로 실제 클릭/키 입력 실행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입력 후 캡처 → PaddleOCR-VL 로 텍스트 검증 → 다음 단계 진행 또는 재시도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017520"/>
            <a:ext cx="5577840" cy="324612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15468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구현 위치 / 핵심 파일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11880"/>
            <a:ext cx="5120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ui_venus_mai_locator.py — analyze_window_target() 가 2단계 파이프라인 오케스트레이션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_run_ui_venus_coarse_bbox() / _run_mai_ui_refinement() — 각 모델 호출 분리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_build_crop_box() — coarse bbox + padding 비율로 zoom 영역 산출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prompts/prompt_login_rcs_ui_venus.py / prompt_login_rcs_mai_ui.py — 모델별 프롬프트 분리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prompts/prompt_ocr_assist.py — PaddleOCR-VL 기반 텍스트 검증 프롬프트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flask_vlm.py — service slug 별로 ui-venus / mai-ui / paddleocr-vl-1.5 라우팅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Coarse Locator → Fine Refiner → Text Verifier  •  서로 다른 모델이 자기 강점만 책임진다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다음 난관: 움직이는 SEM 화면에서 Align Key 자동 추적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DD7E6"/>
                </a:solidFill>
                <a:latin typeface="Calibri"/>
              </a:rPr>
              <a:t>VLM 의 무기억(stateless) 한계를 이미지 프로세싱 스코어링으로 보완하는 탐색 루프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715000" cy="182880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74520"/>
            <a:ext cx="5257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SEM Monitor 화면은 스테이지 이동에 따라 실시간으로 바뀜 (정지 이미지가 아님)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현재 화면이 Recipe 상의 Align Key 와 동일한지를 매 프레임 판단해야 함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VLM 은 호출 간 기억이 없어 '이전에 본 위치/유사도' 를 스스로 추적하지 못함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단일 VLM 호출만으로는 정량적 매칭 점수를 안정적으로 얻기 어려움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80160"/>
            <a:ext cx="5577840" cy="182880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해결 전략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745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역할 분리: Image Processing = '얼마나 닮았나' (객관 점수), VLM = '다음에 어디를 볼까' (탐색 정책)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매 프레임 Recipe Align Key vs SEM 화면을 점수화 → 외부 상태로 보존하여 VLM 의 무기억 보완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점수가 임계값을 넘을 때까지 VLM 이 스테이지 이동 방향을 제안하며 루프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Best-score 프레임/좌표를 저장하여 실패 시 fallback 으로 활용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383280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47472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42A55"/>
                </a:solidFill>
                <a:latin typeface="Calibri"/>
              </a:rPr>
              <a:t>1. 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40480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SEM Monitor 창에서 현재 프레임 캡처 (CH4 캡처 파이프라인 재사용)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720340" y="3886200"/>
            <a:ext cx="274320" cy="411480"/>
          </a:xfrm>
          <a:prstGeom prst="rightArrow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17520" y="3383280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86A1F"/>
                </a:solidFill>
                <a:latin typeface="Calibri"/>
              </a:rPr>
              <a:t>2. Score (CV)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840480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Recipe Align Key 템플릿 vs 현재 프레임 → 유사도 점수
(Template Match / SSIM / ORB feature)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372100" y="3886200"/>
            <a:ext cx="274320" cy="411480"/>
          </a:xfrm>
          <a:prstGeom prst="rightArrow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0" y="3383280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347472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42A55"/>
                </a:solidFill>
                <a:latin typeface="Calibri"/>
              </a:rPr>
              <a:t>3. Decide (VLM)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3840480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점수 + 현재 프레임을 VLM 에 전달 → 일치 여부 판정 +
다음 이동 방향(↑↓←→/배율) 제안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23860" y="3886200"/>
            <a:ext cx="274320" cy="411480"/>
          </a:xfrm>
          <a:prstGeom prst="rightArrow">
            <a:avLst/>
          </a:prstGeom>
          <a:solidFill>
            <a:srgbClr val="14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21040" y="3383280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474720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86A1F"/>
                </a:solidFill>
                <a:latin typeface="Calibri"/>
              </a:rPr>
              <a:t>4. Move Stage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840480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VLM 제안에 따라 SEM 스테이지 이동 명령 →
임계값 도달까지 1단계로 회귀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892040"/>
            <a:ext cx="11475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6A1F"/>
                </a:solidFill>
                <a:latin typeface="Calibri"/>
              </a:rPr>
              <a:t>↻  점수 &lt; 임계값이면 1단계로 회귀 (Best-score 갱신하며 수렴까지 반복)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5349240"/>
            <a:ext cx="11475720" cy="100584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486400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42A55"/>
                </a:solidFill>
                <a:latin typeface="Calibri"/>
              </a:rPr>
              <a:t>기술 스택 &amp; 검증 지표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943600"/>
            <a:ext cx="11018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이미지 매칭: OpenCV Template Matching · SSIM · ORB/AKAZE feature score 후보 비교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933"/>
                </a:solidFill>
                <a:latin typeface="Calibri"/>
              </a:rPr>
              <a:t>• 수렴 지표: 매칭 점수 임계값 도달까지의 평균 루프 횟수 / 실패율 / Best-score fallback 정확도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Calibri"/>
              </a:rPr>
              <a:t>Stateless VLM + Stateful CV Score = Convergent Search Loop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
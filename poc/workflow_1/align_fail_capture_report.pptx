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CD-SEM Align Fail 자동 감지 &amp; 영상 캡처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poc/workflow_1 — Align Fail 발생 시점의 CCTV 화면을 자동으로 보존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문제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5257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CD-SEM 장비에서 Align Fail (ALID=9006) 발생 시, 원인 분석을 위한 CCTV 영상이 사람이 늦게 확인하면 덮어쓰기로 사라짐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엔지니어가 알람 콘솔을 수동 모니터링하고, EQP_ID 별로 Tool DVR 을 직접 열어야 했음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순간의 챔버 내부 상태(Channel 4 영상)를 사후에 재현하기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이번에 만든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알람을 1~2분 주기로 자동 폴링 (ALID=9006 필터)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감지 즉시 Windows 팝업 + 누적 텍스트 로그로 엔지니어에게 통보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동일 EQP_ID 의 중복 알람은 edge-trigger 처리 (해제 후 재발 시에만 재알림)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감지된 EQP_ID 의 Tool DVR(CCTV) 창을 자동으로 열고, Channel 4 를 확대한 뒤 최대 8분간 100ms 간격으로 프레임 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86200"/>
            <a:ext cx="1147572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480560"/>
            <a:ext cx="11018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발생 시점의 챔버 영상을 100% 자동 보존 → 원인 분석/리포트 작성 시간 단축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야간/주말 무인 모니터링 가능 — 엔지니어가 알람 콘솔을 지킬 필요 없음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수집된 8분 분량 (~4,800 프레임) 데이터를 후속 VLM(UI-Venus) 기반 자동 진단의 학습/검증 데이터로 활용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기존 RCS/DVR 시스템에 변경 없이 GUI 자동화로 동작 — 운영 리스크 최소화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Module: poc/workflow_1/  •  Trigger: ALID=9006 (Align Fail)  •  Capture: CH4 @ 100ms, up to 8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End-to-End 파이프라인 &amp; 구성 모듈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감지 → 알림 → CCTV 진입 → CH4 확대 → 프레임 캡처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CD-SEM 알람 API 를 1~2분 주기로 조회하여 ALID=9006 (Align Fail) 만 필터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0048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07208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Notify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Windows MessageBox 팝업 + logs/align_fail_alarms.txt 누적 기록 (edge-trigger)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Open DVR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RCS Tool List 창에서 해당 EQP_ID 의 Tool DVR(CCTV) 창을 자동 오픈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15784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Zoom CH4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DVR Player 창에서 Channel 4 를 확대하여 챔버 내부 영상만 단독 표시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20072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Capture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최대 8분(480초)간 100ms 간격으로 JPEG 프레임 저장 + summary.json/timeline.txt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17520"/>
            <a:ext cx="571500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15468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핵심 모듈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611880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align_fail_alarm.py — 감지 + 팝업 알림 전용 (1분 주기, 자동화 없음)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monitor_align_fail.py — 감지 + RCS/CCTV/캡처 풀 자동화 (2분 주기)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office_align_fail_alarm.py — 사내 알람 API 호출 &amp; ALID=9006 필터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workflow_select_tool_cctv.py — EQP_ID 로 Tool DVR 창 진입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workflow_select_ch4_cctv.py — DVR Player 에서 Channel 4 확대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capture_window_frames_ch4.py — 100ms 간격 JPEG 캡처 + 메타데이터 저장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17520"/>
            <a:ext cx="557784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운영 / 출력물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실행: uv run python poc/workflow_1/monitor_align_fail.py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전제: 엔지니어가 RCS Tool List 창을 미리 열어둔 상태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출력: 캡처 폴더당 ~4,800 JPEG 프레임 + summary.json + timeline.txt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로그: poc/workflow_1/logs/align_fail_alarms.txt (감지 시각/EQP_ID/ALID)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안전: 캡처 종료 후 DVR 창을 닫고 Tool List 창으로 포커스 복귀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다음 단계: 수집된 프레임을 VLM(UI-Venus) 으로 Align Fail 원인 자동 분류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Status: 사내 Windows 환경에서 동작 검증 중  •  다음 단계: VLM 기반 원인 자동 분석 연계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다음 난관: 움직이는 SEM 화면에서 Align Key 자동 추적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VLM 의 무기억(stateless) 한계를 이미지 프로세싱 스코어링으로 보완하는 탐색 루프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18288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SEM Monitor 화면은 스테이지 이동에 따라 실시간으로 바뀜 (정지 이미지가 아님)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현재 화면이 Recipe 상의 Align Key 와 동일한지를 매 프레임 판단해야 함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VLM 은 호출 간 기억이 없어 '이전에 본 위치/유사도' 를 스스로 추적하지 못함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단일 VLM 호출만으로는 정량적 매칭 점수를 안정적으로 얻기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18288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해결 전략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역할 분리: Image Processing = '얼마나 닮았나' (객관 점수), VLM = '다음에 어디를 볼까' (탐색 정책)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매 프레임 Recipe Align Key vs SEM 화면을 점수화 → 외부 상태로 보존하여 VLM 의 무기억 보완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점수가 임계값을 넘을 때까지 VLM 이 스테이지 이동 방향을 제안하며 루프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Best-score 프레임/좌표를 저장하여 실패 시 fallback 으로 활용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2A55"/>
                </a:solidFill>
                <a:latin typeface="Calibri"/>
              </a:rPr>
              <a:t>1.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SEM Monitor 창에서 현재 프레임 캡처 (CH4 캡처 파이프라인 재사용)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72034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6A1F"/>
                </a:solidFill>
                <a:latin typeface="Calibri"/>
              </a:rPr>
              <a:t>2. Score (CV)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Recipe Align Key 템플릿 vs 현재 프레임 → 유사도 점수
(Template Match / SSIM / ORB feature)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37210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2A55"/>
                </a:solidFill>
                <a:latin typeface="Calibri"/>
              </a:rPr>
              <a:t>3. Decide (VLM)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점수 + 현재 프레임을 VLM 에 전달 → 일치 여부 판정 +
다음 이동 방향(↑↓←→/배율) 제안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2386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6A1F"/>
                </a:solidFill>
                <a:latin typeface="Calibri"/>
              </a:rPr>
              <a:t>4. Move 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VLM 제안에 따라 SEM 스테이지 이동 명령 →
임계값 도달까지 1단계로 회귀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892040"/>
            <a:ext cx="11475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6A1F"/>
                </a:solidFill>
                <a:latin typeface="Calibri"/>
              </a:rPr>
              <a:t>↻  점수 &lt; 임계값이면 1단계로 회귀 (Best-score 갱신하며 수렴까지 반복)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5349240"/>
            <a:ext cx="11475720" cy="1005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8640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기술 스택 &amp; 검증 지표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943600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이미지 매칭: OpenCV Template Matching · SSIM · ORB/AKAZE feature score 후보 비교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수렴 지표: 매칭 점수 임계값 도달까지의 평균 루프 횟수 / 실패율 / Best-score fallback 정확도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Stateless VLM + Stateful CV Score = Convergent Search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
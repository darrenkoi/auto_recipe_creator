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빌드: npx -y @marp-team/marp-cli@latest weekly_report_slides.md --html --pptx -o weekly_report_slides.pptx
HTML(div) 렌더링을 위해 --html 플래그 필수.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— workflow_3</dc:title>
  <dc:subject>PptxGenJS Presentation</dc:subject>
  <dc:creator>Created by Marp</dc:creator>
  <cp:lastModifiedBy>Created by Marp</cp:lastModifiedBy>
  <cp:revision>1</cp:revision>
  <dcterms:created xsi:type="dcterms:W3CDTF">2026-06-18T03:18:47Z</dcterms:created>
  <dcterms:modified xsi:type="dcterms:W3CDTF">2026-06-18T03:18:47Z</dcterms:modified>
</cp:coreProperties>
</file>
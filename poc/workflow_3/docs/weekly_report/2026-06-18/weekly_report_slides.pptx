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Marp 슬라이드 소스. 렌더링:
  npx @marp-team/marp-cli@latest weekly_report_slides.md -o weekly_report_slides.pdf
  npx @marp-team/marp-cli@latest weekly_report_slides.md -o weekly_report_slides.html
VS Code 의 "Marp for VS Code" 확장으로 미리보기도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Report — workflow_3</dc:title>
  <dc:subject>PptxGenJS Presentation</dc:subject>
  <dc:creator>Created by Marp</dc:creator>
  <cp:lastModifiedBy>Created by Marp</cp:lastModifiedBy>
  <cp:revision>1</cp:revision>
  <dcterms:created xsi:type="dcterms:W3CDTF">2026-06-18T02:52:13Z</dcterms:created>
  <dcterms:modified xsi:type="dcterms:W3CDTF">2026-06-18T02:52:13Z</dcterms:modified>
</cp:coreProperties>
</file>
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30070"/>
          </a:xfrm>
          <a:prstGeom prst="roundRect">
            <a:avLst>
              <a:gd name="adj" fmla="val 3720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93766" y="5160467"/>
            <a:ext cx="138052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물러남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474872" y="5859492"/>
            <a:ext cx="90371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된 클릭은 나가지 않는다 · 담당자가 개입하면 자동화가 양보 · 긴급 중단 단축키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92" y="5414427"/>
            <a:ext cx="1201789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된 클릭은 나가지 않는다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
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93560"/>
          </a:xfrm>
          <a:prstGeom prst="roundRect">
            <a:avLst>
              <a:gd name="adj" fmla="val 363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73532" y="4367477"/>
            <a:ext cx="114745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2100" y="5808700"/>
            <a:ext cx="103627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되면 VLM 이 확정하지 않고 엔지니어에게 인폼 및 작업 요청 (녹화를 위해 추후 개선 루프 발동)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7533" y="5999170"/>
            <a:ext cx="475184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담당자가 개입하면 자동화가 양보 · 긴급 중단 단축키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71423" y="4075423"/>
            <a:ext cx="31266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사내 소형 AI 모델 · fail-closed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-1439191" y="5414427"/>
            <a:ext cx="1506846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되면 VLM 이 확정하지 않고 엔지니어에게 인폼·작업 요청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053" y="5771241"/>
            <a:ext cx="283419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실장비 실측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8455" y="5771241"/>
            <a:ext cx="331290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Wafer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56482"/>
                <a:gridCol w="6720812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계측 화면이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이미지로 위치를 찾는 VLM + OCR 확인.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달라 고정 템플릿으로 풀리지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여러 매칭 방식 종합 + 기준 이미지를 최근 성공 사례 종합으로 교체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모드별로 기준 이미지·평가 방식을 분리. 남는 실패는 Align Key 재등록 과제로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클릭하지 않고 담당자에게 알림. 점검 모드 → 반자동 → 합동 시험 →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2.5 Before / After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99875"/>
                <a:gridCol w="1933250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로그인~장비 접속~닫기 실장비 자동 수행, 클릭 성공률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AI 모델 2종(VLM 1종 + OCR 1종) 상시 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 정답률 31.8% → 76.4%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실장비에서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76151"/>
                <a:gridCol w="1241537"/>
                <a:gridCol w="5276532"/>
                <a:gridCol w="2483074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실측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 장비 시간 · 환산(400건)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= Wafer 약 100장/주 = 장비 약 0.2대(Capex 약 4~5억 원)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50335"/>
                <a:gridCol w="2613031"/>
                <a:gridCol w="7013927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 자동 산출(오프라인 평가 기반, 현업 대조 중)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18288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80893"/>
                <a:gridCol w="6904466"/>
                <a:gridCol w="299193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발동, 접속 후 화면 상태를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성공 사례 기준 재정렬 → 확정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필터·예외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되면 클릭·보정 보류, 보정 뒤 오측이 보이면 후속 측정 중단, 원인·요구 행동을 담아 담당자에게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않고 담당자는 예외만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보존, 재등록 검토 후보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개선 순서를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
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7821" y="5771241"/>
            <a:ext cx="335417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웨이퍼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1. 사례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833126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계측 클라이언트가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이미지를 보고 위치를 찾는 VLM 으로 전환. coarse → fine 2단계 + OCR 확인으로 클릭 신뢰도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조금씩 달라 픽셀 동일성을 가정할 수 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구조·기하 기반 매칭에 여러 매칭 방식을 종합하고, 기준 이미지를 최근 성공 사례 종합으로 바꿔 지금의 웨이퍼 외관을 따라감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대부분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모드를 화면에서 읽어 모드별로 기준 이미지와 후보 평가 방식을 바꿈. 그래도 남는 실패의 약 87%는 정답이 후보에 없는 유형이라 Align Key 재등록 권고 목록으로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영상이 계속 바뀌는 화면에서 AI가 오해 없이 정확히 눌러야 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VLM이 UI 요소와 라이브 영상 영역을 먼저 구분하고 CV가 그 안에서만 위치·이동량을 계산하는 역할 순서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된 클릭은 나가지 않는 fail-closed, 모드 불명이면 보정 보류, 잘못 열린 창은 닫고 재시도. 점검 모드(비파괴) → 반자동 → 현업 합동 시험 → 26대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2.4 소요 기간·조직 영향·확산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13006"/>
                <a:gridCol w="1998507"/>
                <a:gridCol w="75657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시기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2026-01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요구사항 정의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범위·제약·평가 지표 확정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02~03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 인프라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HCP 배포, VLM·OCR 5종 설치·비교,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03~05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자동화 PoC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coarse→fine→confirm, RCS 로그인~장비 선택 오피스 검증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05~07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CV 정확도 벤치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rank-1 31.8% → 76.4%, 촬영 모드별 재평가 채택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06~08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실시간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10초 수신, 감지~기록 end-to-end, 실장비 보정 개통(08-12)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08~09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 계층 +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Recovery Episode, 실알람 3건 1분 미만 실측, 전용 PC 확보·26대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53032"/>
                <a:gridCol w="6265163"/>
                <a:gridCol w="375909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골라 발동. 접속 후 화면에서 라이브 영역·촬영 모드·타인 점유를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감시가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최근 성공 사례 기준으로 위치 계산 → 재정렬 → 확정 → 측정 재개 감시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Recipe를 재등록 검토 후보로 제시, 대응 기록의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버튼을 못 찾거나 라벨이 다르거나 모드를 못 읽으면 클릭·보정 보류. 보정 뒤 오측이 보이면 후속 측정 중단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AI가 진행 못하면 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담당자는 예외만 판단,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보존. 수동 조작 녹화 → 절차서 변환 경로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기록으로 남고 개선 근거가 쌓임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
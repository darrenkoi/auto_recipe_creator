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9356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22008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 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0695" y="4367477"/>
            <a:ext cx="237312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 · 실알람 3건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986729" y="5160467"/>
            <a:ext cx="199460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 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627" y="5416331"/>
            <a:ext cx="18079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 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2100" y="5808700"/>
            <a:ext cx="103627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되면 VLM 이 확정하지 않고 엔지니어에게 인폼 및 작업 요청 (녹화를 위해 추후 개선 루프 발동)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7533" y="5999170"/>
            <a:ext cx="47518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담당자가 개입하면 자동화가 양보 · 긴급 중단 단축키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8846" y="551093"/>
            <a:ext cx="1155238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 는 VLM 이 찍고 OCR 이 확인 · 좌표는 CV 만 결정 · AI 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0568" y="4075423"/>
            <a:ext cx="320840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fail-closed : 미확인 = 클릭 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9536" y="4075423"/>
            <a:ext cx="219154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 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6843" y="1831686"/>
            <a:ext cx="251801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703" y="4075423"/>
            <a:ext cx="27362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 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9018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0449" y="2711657"/>
            <a:ext cx="79026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-1439191" y="5414427"/>
            <a:ext cx="1506846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 의 답이 낮은 CV 점수를 덮지 못한다   ② 확인 안 되면 VLM 이 확정하지 않고 엔지니어에게 인폼·작업 요청   ③ 되돌릴 수 없는 확정(OK) 은 담당자가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94" y="5771241"/>
            <a:ext cx="275991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실알람 3건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7821" y="5771241"/>
            <a:ext cx="335417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웨이퍼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556482"/>
                <a:gridCol w="672081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계측 화면이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이미지로 위치를 찾는 VLM + OCR 확인.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달라 고정 템플릿으로 풀리지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여러 매칭 방식 종합 + 기준 이미지를 최근 성공 사례 종합으로 교체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모드별로 기준 이미지·평가 방식을 분리. 남는 실패는 Align Key 재등록 과제로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클릭하지 않고 담당자에게 알림. 점검 모드 → 반자동 → 합동 시험 →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2.5 Before / After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850305"/>
                <a:gridCol w="1487115"/>
                <a:gridCol w="693987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로그인·장비 선택·캡처·닫기를 실장비에서 자동 수행. 버튼 인식+클릭 500회 중 99% 성공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배포·운영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VLM 1종 + OCR 1종 상시 운영,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 31.8% → 76.4% (오프라인 평가)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 ·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08월 실장비 보정 개통, 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확보(방화벽 해제·AI용 ID 할당 진행),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85581"/>
                <a:gridCol w="1409661"/>
                <a:gridCol w="4662727"/>
                <a:gridCol w="28193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비고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실측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 가 낸 후보 안에 정답이 든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43.4%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87.6%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같은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단일 모델: 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현업 집계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회수되는 장비 시간(400건)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400건 × 4분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 · 장비 약 0.2대 = Capex 약 4~5억 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장당 15분, 1대 약 20억 원 추산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39876"/>
                <a:gridCol w="3238035"/>
                <a:gridCol w="6699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원인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전 구간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근거 없음, 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목록을 자동 산출(SEM Recipe 104개 중 84개), 현업 대조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엔지니어 조작 지식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개인 암묵지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녹화 → 조작 타임라인 → 절차서 변환 경로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53032"/>
                <a:gridCol w="6265163"/>
                <a:gridCol w="375909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골라 발동. 접속 후 화면에서 라이브 영역·촬영 모드·타인 점유를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감시가 자동화되고 화면 상태를 시스템이 먼저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최근 성공 사례 기준으로 위치 계산 → 재정렬 → 확정 → 측정 재개 감시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판단 지원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Recipe를 재등록 검토 후보로 제시, 대응 기록의 실패 분포 집계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"무엇을 먼저 고칠지"를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버튼을 못 찾거나 라벨이 다르거나 모드를 못 읽으면 클릭·보정 보류. 보정 뒤 오측이 보이면 후속 측정 중단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AI가 진행 못하면 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담당자는 예외만 판단, 다음 행동의 근거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보존. 수동 조작 녹화 → 절차서 변환 경로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개인 경험이 기록으로 남고 개선 근거가 쌓임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
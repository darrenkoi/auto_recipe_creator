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8455" y="5771241"/>
            <a:ext cx="331290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Wafer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56482"/>
                <a:gridCol w="672081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남는 실패는 Align Key 재등록 과제로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985166"/>
                <a:gridCol w="1990110"/>
                <a:gridCol w="630201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 실장비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76151"/>
                <a:gridCol w="1241537"/>
                <a:gridCol w="5276532"/>
                <a:gridCol w="24830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50335"/>
                <a:gridCol w="2613031"/>
                <a:gridCol w="701392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 자동 산출(오프라인 평가 기반, 현업 대조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80893"/>
                <a:gridCol w="6904466"/>
                <a:gridCol w="299193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보정 뒤 오측이 보이면 후속 측정 중단,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
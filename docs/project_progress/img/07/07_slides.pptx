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985166"/>
                <a:gridCol w="1990110"/>
                <a:gridCol w="630201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 실장비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76151"/>
                <a:gridCol w="1241537"/>
                <a:gridCol w="5276532"/>
                <a:gridCol w="24830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50335"/>
                <a:gridCol w="2613031"/>
                <a:gridCol w="701392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 자동 산출(오프라인 평가 기반, 현업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